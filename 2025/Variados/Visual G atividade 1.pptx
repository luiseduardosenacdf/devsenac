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8F0A6-27B5-49BA-87B4-0FCA4B2B7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B7F90D-87E7-4D5E-90CD-81A2E1C7A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B887FA-1129-4102-9EA3-DFDD2BB3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28C7B0-6748-4F52-9E46-67E8D631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3980E9-1604-4979-B083-BB334EB7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57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D151C-C039-4F9E-BB42-2757533E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29CF67-A865-49CA-96CD-8DA61463D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F99DBA-11F5-435F-8B91-AC3AD149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043689-493D-4079-8AC8-78A2F09A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43ED7C-4088-45F4-9AD8-B759B3D8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61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29BB5-4767-48F9-AC8C-4C08869B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241402-44E0-464C-ACFE-B8FEB9CFE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91EA8F-94EB-4385-A7E5-50A875A88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16B39F-9FD2-40AB-AC89-526C54E2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1F359A-F50C-425A-B15B-BE05DE2B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91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5713B-D299-4A39-8B49-FDEF37EC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D167F7-D160-4568-81FF-E51AE1C9F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BE3E2A-DEAE-46F5-BA1C-568148879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B221AC-9824-4E4A-B3F7-B6F9D420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B6D4BD-C780-42F1-9CB3-2D7A912B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0A4697-CBBD-42D7-993B-DED63C1C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39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91A6D-59D9-43F5-9563-79BD2EB4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D88AC0-0C44-4C5D-9971-BF46C59F7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33FF80-AAF9-4D82-BB56-995D405EB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A68BA3-E7BF-4E72-898C-51E21383B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E123DD-1B92-4F78-9D59-47A0FD1CF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105F24-1952-4D7F-84F7-FF36ECB5F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4374FE-C03C-4910-9012-23689C72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EF4A8E7-6858-47A3-9B2F-7FB88254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69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D8226-9552-40A6-B3C4-8970FADE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C1DA87C-EDDE-4F89-9F68-18AC73CA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C4A8A2-14A0-43F5-8901-FFA81313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67C660B-B151-4609-80A7-B409432A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15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B5B752-79ED-4EF8-959B-8B0AB0B8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9D04FC-ACC4-4A10-898A-D56E1CA7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1D9716-94EE-4711-BE8C-402B3114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87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52E6E-1E7B-454A-8499-D25A36F40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9DBAEC-9A08-4CDD-9CD6-E1F3ADAEF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48AEAC-D973-4FC9-9D66-ECA7CD18E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9855DF-1E83-48A7-AAB2-5AA2D2F9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A7A12D-22DB-4879-923A-B500C15C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566794-B83A-4933-BECD-4D4789C5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236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A347E-B4BC-431C-9417-729C91A4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FED85F-E783-4927-91B3-58A3DD1FC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6B9443-B35B-4FE0-9A84-FB0EE7BC7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15E4B9-285F-4367-AB17-6CFB4E4A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0C72B2-9EA2-4351-8D10-C3C47993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CAFDBE-E34D-4FBC-82D6-22E9A9F8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7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CC7D9-9C8B-44EF-8FC4-434B325E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A7D921-1401-4D05-A224-1A02CDF0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1781EC-F44A-4FB7-A2A1-A1AA0114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69FC4-F6FE-49EB-B949-4473BA28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CE4050-0623-45D2-97FF-C6BB0D23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14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39AFF4-44A6-4E10-820A-810CE22AE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033A28-88CF-41FF-AC8F-7ED1CF199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5209C2-25C0-4307-AB8F-80D06444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A96478-9F5B-40B4-B81F-B3CF8BB42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6FAF09-04B8-4C52-A457-7D262666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67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9A417AC-4C57-4D79-9520-93577AAFC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73E5E5-94A0-454B-B8D3-4A8207B2C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2FDE25-5482-416B-A5D0-06F1422F1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4457B-7F19-4AF4-8F2C-DA193066E5C9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602FBB-B36E-4FC0-9A89-57CAE23E3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F3FA5A-B3AB-432C-9FA6-A8DA86148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6CC34-8355-4CEF-9AD5-778723F64E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83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F64BF8B-2D10-48C1-9897-2694A7006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576"/>
            <a:ext cx="12192000" cy="65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26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76EFC63-4D5C-463B-BDDF-F64782DB6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989"/>
            <a:ext cx="12192000" cy="64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31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8E4B83D-2243-4EE9-8100-B724C4542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411"/>
            <a:ext cx="12192000" cy="609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0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79D9B18-9E1E-42FE-9DEA-C6C9E9BB3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5295"/>
            <a:ext cx="12192000" cy="606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14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03EBE06-89F0-4858-BEF1-C99694450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471"/>
            <a:ext cx="12192000" cy="606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1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B09C1BA-6702-4DB4-BDAB-D9A6A1622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06"/>
            <a:ext cx="12192000" cy="65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3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8999827-3ADC-4EFD-A728-7E3F85B89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635"/>
            <a:ext cx="12192000" cy="648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408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Eduardo de Sousa</dc:creator>
  <cp:lastModifiedBy>Luis Eduardo de Sousa</cp:lastModifiedBy>
  <cp:revision>1</cp:revision>
  <dcterms:created xsi:type="dcterms:W3CDTF">2025-05-06T17:47:49Z</dcterms:created>
  <dcterms:modified xsi:type="dcterms:W3CDTF">2025-05-06T17:52:05Z</dcterms:modified>
</cp:coreProperties>
</file>